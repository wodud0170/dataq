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6858000" cy="68580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29260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22960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retendard"/>
              </a:rPr>
              <a:t>DATA QUALITY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Pretendard"/>
              </a:rPr>
              <a:t>Narae DataQ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0584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0">
                <a:solidFill>
                  <a:srgbClr val="06B6D4"/>
                </a:solidFill>
                <a:latin typeface="Pretendard"/>
              </a:rPr>
              <a:t>데이터 표준화·품질 관리 통합 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고객의 요구를, 기능 한 줄로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retendard"/>
              </a:rPr>
              <a:t>2026.05.10  |  소개서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한 장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Pretendard"/>
              </a:rPr>
              <a:t>데이터 라이프사이클 전체를, 한 솔루션에서.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139696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139696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773936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retendard"/>
              </a:rPr>
              <a:t>표준 사전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1773936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retendard"/>
              </a:rPr>
              <a:t>단어 · 용어 · 도메인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2103120"/>
            <a:ext cx="2139696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2344" y="2103120"/>
            <a:ext cx="2139696" cy="14630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2331720"/>
            <a:ext cx="1773936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retendard"/>
              </a:rPr>
              <a:t>모델 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880360"/>
            <a:ext cx="1773936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retendard"/>
              </a:rPr>
              <a:t>DBMS · XMI 자동 임포트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2103120"/>
            <a:ext cx="2139696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56048" y="2103120"/>
            <a:ext cx="2139696" cy="1463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331720"/>
            <a:ext cx="1773936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retendard"/>
              </a:rPr>
              <a:t>표준 진단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880360"/>
            <a:ext cx="1773936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retendard"/>
              </a:rPr>
              <a:t>컬럼 표준 적합성 검사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59752" y="2103120"/>
            <a:ext cx="2139696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59752" y="2103120"/>
            <a:ext cx="2139696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42632" y="2331720"/>
            <a:ext cx="1773936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retendard"/>
              </a:rPr>
              <a:t>품질 진단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2" y="2880360"/>
            <a:ext cx="1773936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retendard"/>
              </a:rPr>
              <a:t>값 프로파일 + 룰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6" y="2103120"/>
            <a:ext cx="2139696" cy="18288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363456" y="2103120"/>
            <a:ext cx="2139696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2331720"/>
            <a:ext cx="1773936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Pretendard"/>
              </a:rPr>
              <a:t>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2880360"/>
            <a:ext cx="1773936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Pretendard"/>
              </a:rPr>
              <a:t>스케줄 + 회귀 + 자동 표준화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97680"/>
            <a:ext cx="10972800" cy="1920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Pretendard"/>
              </a:rPr>
              <a:t>본 발표는 화면 위주 설명이 아닙니다.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029200"/>
            <a:ext cx="10515600" cy="1188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334155"/>
                </a:solidFill>
                <a:latin typeface="Pretendard"/>
              </a:rPr>
              <a:t>·  RFP SFR-22 의 A · C 두 영역(메타 수집·관리 / 메타시스템 연계)이 DataQ 의 책임 영역입니다.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334155"/>
                </a:solidFill>
                <a:latin typeface="Pretendard"/>
              </a:rPr>
              <a:t>·  B 영역(DB 모델링 관리)은 ERwin 도입으로 충족되며, DataQ 는 그 결과물을 받아 표준화·진단으로 연결합니다.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334155"/>
                </a:solidFill>
                <a:latin typeface="Pretendard"/>
              </a:rPr>
              <a:t>·  여기에 자동 표준화 · 데이터 품질 진단 · 거버넌스 · 자동화 회귀라는 4개 차별화 가치를 더합니다.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334155"/>
                </a:solidFill>
                <a:latin typeface="Pretendard"/>
              </a:rPr>
              <a:t>·  구체 화면·동작은 본 PPT 직후 라이브 시연으로 직접 확인해주십시오.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RFP 요구사항 A — 메타데이터 수집·관리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스키마·테이블·컬럼·인덱스·제약조건 자동 수집 + 변경 이력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DB 구조 정보 자동 수집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발주처가 운영하는 다양한 DBMS 의 메타데이터를 한 시스템에서 통합 수집·관리하고 싶습니다.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Oracle (SID / Service Name) · PostgreSQL · Cubrid · MariaDB / MySQL 다중 DBMS 지원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데이터소스 등록 → 스키마 다중 선택 → 카탈로그 직접 접속 자동 수집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스키마 / 테이블 / 컬럼 / 인덱스 / 제약조건 — 5종 객체 일괄 수집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수집 진행 상황 WebSocket 실시간 push, 결과 카운트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ERwin 같은 모델링 도구 결과물도 동일 시스템에 적재되어야 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OMG **XMI 2.1** 표준 임포트 — ERwin export 파일 그대로 업로드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한글 alias(ownedComment) 자동 인식 — 한글명 별도 입력 불필요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테이블 · 컬럼 · 인덱스 · 제약조건 · FK 한 번에 적재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변경 이력 자동 추적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운영 DB 구조가 변경되었는지 자동으로 감지하고 이력으로 남기고 싶습니다.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구조 변경 진단 — 수집 스냅샷 vs 현재 DB 비교, ADDED/MODIFIED/DELETED 자동 감지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TB_STRUCT_DIAG_HISTORY (이력) + DETAIL/INDEX_DETAIL/CONSTRAINT_DETAIL (변경 상세)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결과 화면 3탭 — 컬럼 / 인덱스 / 제약조건. 탭별 엑셀 다운로드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스케줄 등록 시 매일 새벽 자동 진단 가능 — 변경 보고서만 받으면 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표준 사전·모델 변경에 대한 사용자 단위 감사 추적이 필요합니다.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TB_CHANGE_HISTORY — 단어/용어/도메인/코드 등록·수정·삭제 모든 행위 기록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사용자 / 시각 / before·after 값 영구 보관 (모델 삭제 후에도 유지)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변경 이력 화면에서 검색·필터·상세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RFP 요구사항 B — 모델링 관리 (ERwin 영역)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DataQ 는 ERwin 모델을 임포트해 표준화·DDL 라인으로 연계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RFP B 는 모델링 도구 영역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ERD 편집·시각화·대용량 처리는 DataQ 가 직접 담당하나요?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**RFP B 의 "DB 모델링 관리 SW" 는 ERwin · DA# 등 전문 모델링 도구 영역**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발주처는 ERwin 라이선스 도입 + 환경 설치 지원으로 RFP B 를 충족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DataQ 는 ERwin 의 결과물을 받아 표준 검증·DDL·메타 관리로 연결하는 역할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(SMETA 등 경쟁 메타 솔루션도 동일 — ERD 자체 뷰어는 보유하지 않음)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DataQ 는 ERwin 과 어떻게 연계되나요?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OMG **XMI 2.1** 표준 임포트 — ERwin export 파일 그대로 업로드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한글 alias(ownedComment) 자동 인식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임포트된 모델은 표준 진단 / 자동 표준화 / DDL 다운로드 흐름으로 즉시 이어짐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(자세히는 RFP C — 메타시스템 연계)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RFP 요구사항 C — 메타시스템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표준 포맷 추출 · 변환 · 적재 (ETL 패턴)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표준 포맷 추출 /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외부 메타시스템·모델링 도구와 데이터 모델을 주고받고 싶습니다.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**추출(Export)** — 테이블/컬럼/인덱스/제약조건/단어/용어/도메인 전체 Excel 다운로드 + DDL SQL 생성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**적재(Load/Import)** — 단어/용어/도메인/코드/모델 Excel 일괄 업로드 + ERwin XMI 임포트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RFP 한국어 파일명 RFC 5987 (UTF-8 + ASCII fallback) — 다운로드 호환성 확보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REST API 전체 노출 — `/api/dm/...` 외부 시스템 연동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연계 작업 결과를 추적하고 싶습니다.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Excel 업로드 미리보기 → 커밋 패턴 — 잘못 올린 파일은 미리보기 단계에서 차단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임포트 결과 카운트 (성공/실패/경고) 즉시 표시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TB_CHANGE_HISTORY 에 자동 기록 — 누가 언제 어떤 파일로 적재했는지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DataQ 차별화 ① — 표준 사전 + 자동 표준화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한국 표준 직접 반영 + DP 점수 단어 분리 + 양방향 표준화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표준 사전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표준 단어·용어·도메인이 엑셀과 사내 위키에 흩어져 있어 어디가 최신인지 모르겠습니다.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단어 · 용어 · 도메인 · 코드 · 도메인 분류 — 5종을 한 시스템에 통합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**행안부 공통 표준 단어 약 3,300건 기본 탑재** — 사내 단어를 그 위에 누적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한국 표준 직접 반영 — 형식단어 / 분류어 / 한글 도메인 분류 트리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변경 이력 자동 누적 — 누가 언제 무엇을 (before/after) 변경했는지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자동 표준화 — 수동 매핑 최소화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용어 만들 때마다 단어 분리·영문약어 매핑이 너무 손이 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한글 용어 입력 → 1초 디바운스 후 자동 분석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**DP 점수 + 동의어 cascade + 미신뢰 토큰 재검색** — 정확한 단어 분리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영문약어 자동 합성 (예: 회원전화번호 → MBR_TEL_NO)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마지막 토큰이 형식단어(`CD` 등) → 도메인 유형 자동 cascade + 코드 picker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미등록 단어 — 같은 모달 안에서 인라인 등록 (모달 안 모달 없음)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이미 운영 중인 한글 컬럼명 수백 개를 표준화하려니 일일이 매핑이 어렵습니다.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한글 컬럼명 textarea 다중 입력 → 일괄 분석 → REGISTERED / AUTO / PARTIAL / FAILED 4종 분기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컬럼별 [한글명 기준 표준화] / [영문명 기준 표준화] **양방향**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**dryRun 정책** — 표준화 결과는 그리드 셀에만 채우고 DB는 그대로. [저장] 시점에 일괄 반영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잘못 클릭해도 새로고침으로 즉시 복귀 — 운영 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DataQ 차별화 ② — 데이터 품질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도메인 룰 + 값 프로파일 + 업무 규칙 + 시계열 통계 통합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표준만이 아닌 "값"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타입·길이 표준에 맞아도 실제 값에 NULL · 범위 초과 · 형식 오류가 섞여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도메인 룰 8종 — NOT_NULL / RANGE / LENGTH / REGEX / ENUM / UNIQUE / REFERENCE / COMPARE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각 유형 전용 입력 위젯 — RANGE min/max + 정수 토글, REGEX 실시간 매칭 테스트, ENUM 칩 입력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분류 단위 정의 → 같은 분류 도메인 모두에 자동 적용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위반 샘플 100건 자동 추출 — PK + 위반값 즉시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이메일·주민번호 같은 표준 정규식을 룰마다 직접 짜기 번거롭습니다.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**룰 카탈로그** — 시스템 기본 50+ 종 (이메일 · 전화 · 주민번호 등) 사전 등록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한 번 클릭으로 매핑 (Import) 또는 [복사] 후 사용자 정의로 fork 편집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카탈로그 검색 + 파라미터 / 설명 한눈에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프로파일링 + 시계열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값 분포 (NULL 비율, 고유값 수 등) 통계와 시간에 따른 추이도 같이 보고 싶습니다.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값 프로파일링 — 컬럼 단위 분포·이상값 진단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샘플링 1만건 / 10% / 100% 선택 + 도메인 분류·테이블·컬럼 다중 필터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**진단 통계** — 모델/컬럼 단위 적합률 시계열 (최근 30회) ApexChart 라인 차트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6개 품질 화면 모두 .catch + .finally 보강 — 무한 로딩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DataQ 차별화 ③ — 거버넌스 + 운영 안전 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권한 / 승인 / cascade / 인라인 편집 / dryRun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권한 + 승인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아무나 표준 단어를 등록할 수 있으면 사전이 오염됩니다.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관리자 / 일반 사용자 권한 2단계 — 관리자 그룹 메뉴는 일반 사용자에게 미노출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일반 사용자 등록 → APRV_YN='N' → 관리자 [승인]/[반려] 인라인 처리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**단어 선승인** 정책 — 미승인 단어 포함 용어는 승인 거부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**cascade 반려** — 단어 반려 시 연관 미승인 용어 동시 반려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그리드 운영 편의 + 안전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ERwin 으로 만든 모델을 DataQ 에서 운영하다 보면 손이 많이 가는 작업이 생깁니다.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그리드 모든 셀 **인라인 편집** — 영문명 / 타입(드롭다운+자유입력) / 길이 / 소수점 / 순서 / 한글명 / NULL·PK·FK / 디폴트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엑셀에서 한 컬럼 복사 → Ctrl+V 로 같은 필드의 다음 행에 자동 분배 (멀티 paste)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추가 대상 테이블 변경 시 검색 필터(소유자/테이블) 자동 세팅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영문명 자동 대문자, 컬럼 순서 자동 1·2·3 재배열, 영문명/한글명 중복 사전 차단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20540"/>
            <a:ext cx="3657600" cy="22174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5770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77740"/>
            <a:ext cx="3291840" cy="16687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컬럼 영문명 변경, 테이블명 변경, 모델 삭제 시 사고가 자주 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320540"/>
            <a:ext cx="7178040" cy="22174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45770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77740"/>
            <a:ext cx="6858000" cy="16687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**컬럼 영문명 변경 → INDEX / CONSTRAINT / FK_PARENT_ATTR cascade rename** 자동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**테이블 물리명 변경 → OBJ_NM + ATTR + INDEX + CONSTRAINT + REF_TABLE 5단계 cascade** + 영향 카운트 미리보기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**모델 삭제 → 연관 진단 스케줄 자동 비활성** + 경고 confirm + 비활성 건수 안내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**진단 제외 관리** — 임시·폐기 테이블 ON/OFF + 사유 기록 (표준/구조/품질 3종)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**dryRun 표준화** — DB 즉시 반영 안 하고 그리드만 갱신, [저장] 눌러야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DataQ 차별화 ④ — 자동화 + 신뢰도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스케줄 + 자동 회귀 약 100여 케이스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진단 스케줄 자동 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매주 월요일 아침 진단을 사람이 직접 클릭하고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SIMPLE 스케줄 (일/주/월 + 시각) 또는 CRON 표현식 자유 등록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진단 유형 — STANDARD / STRUCT / BOTH 동시 가능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[즉시 실행] 버튼으로 수동 트리거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**동시 실행 방어** — 같은 모델·유형 진행 중이면 자동 SKIP + 로그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실행 이력 자동 누적 — 시간/모델/유형/상태/소요시간/결과 카운트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자동화 회귀 — 신뢰도 보증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새 기능을 추가할 때마다 기존 화면이 깨지는 일이 잦습니다.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Selenium 통합 테스트 약 100여 케이스 — 한 명령어로 일괄 실행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데이터 표준 사전 / 데이터 모델 / 표준·구조 진단 / 데이터 품질 6개 화면 / 스케줄 / 용어 등록 v2 30 케이스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테스트마다 cleanup hook — DB 폴루션 자동 정리, 좀비 브라우저 종료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신규 화면 추가 시점에 즉시 회귀 검증 패턴 정착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2743200" cy="4572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  <a:latin typeface="Pretendard"/>
              </a:rPr>
              <a:t>CHAPTER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retendard"/>
              </a:rPr>
              <a:t>RFP 요구사항 ↔ DataQ 한눈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Pretendard"/>
              </a:rPr>
              <a:t>DataQ 책임 영역 (A·C) + 차별화 4개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09728" cy="3429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Pretendard"/>
              </a:rPr>
              <a:t>Narae DataQ — 소개서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Pretendard"/>
              </a:rPr>
              <a:t>커버리지 한 장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65760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9184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Pretendard"/>
              </a:rPr>
              <a:t>고객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91840" cy="40233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Pretendard"/>
              </a:rPr>
              <a:t>SFR-22 RFP 3개 영역 + DataQ 차별화는 어떻게 매핑되나요?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7178040" cy="457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6858000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000" b="1">
                <a:solidFill>
                  <a:srgbClr val="4F46E5"/>
                </a:solidFill>
                <a:latin typeface="Pretendard"/>
              </a:rPr>
              <a:t>DataQ 답변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6858000" cy="4023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**RFP A (메타 수집·관리) — DataQ 책임** → 다중 DBMS 자동 수집 + XMI 임포트 + 변경 이력 자동 기록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**RFP B (DB 모델링 관리) — ERwin 영역** → DataQ 는 ERwin 결과물을 임포트해 표준화·DDL 라인으로 연계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**RFP C (메타시스템 연계) — DataQ 책임** → Excel/DDL 추출·적재 + ERwin XMI 양방향 + REST API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**차별화 ①** 표준 사전 통합 + 자동 표준화 (DP + 동의어 cascade)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**차별화 ②** 데이터 품질 진단 — 룰 + 프로파일 + 시계열 통합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**차별화 ③** 거버넌스 + 운영 안전 — 권한 / 승인 / cascade / 인라인 편집 / dryRun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334155"/>
                </a:solidFill>
                <a:latin typeface="Pretendard"/>
              </a:rPr>
              <a:t>·  **차별화 ④** 자동화 — 진단 스케줄 + 약 100여 자동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0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6400800" cy="6400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retendard"/>
              </a:rPr>
              <a:t>지금부터 라이브 시연을 시작합니다.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800" b="0">
                <a:solidFill>
                  <a:srgbClr val="06B6D4"/>
                </a:solidFill>
                <a:latin typeface="Pretendard"/>
              </a:rPr>
              <a:t>각 카테고리의 답변은 실제 화면으로 직접 확인 가능합니다.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Pretendard"/>
              </a:rPr>
              <a:t>Narae DataQ  ·  Q&amp;A 환영합니다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Pretendard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